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E234-3642-48ED-BD19-EE4D173E6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B7800-5199-4ABD-B903-B3B22A5BC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676AC-BFA9-4C65-B9BB-27C7BFC9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B135-908E-481B-A17A-28A7E44D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D53CD-535E-41BD-9645-D2AED90D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039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3327-08DF-457A-AEF7-692F9DD7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9277-5E5B-47A5-89F4-AD5330AC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B03FB-8504-4121-9E0F-994DDDD6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795A1-4DF1-4C2E-8AD5-084DD339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D00F2-BCC2-4E06-8F47-894E4335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45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CB85-9930-47A8-86CD-7AE89F46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ABBC3-B53A-4712-8815-D3A895317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5F7F8-F0D4-4F3A-AC88-C689D78E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5F4D9-A05B-49C1-9C60-A034D225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86D81-A8A2-467F-BA13-443A54B0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166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5580-B461-410E-9D0B-2BAE5F05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AB54-4C5D-49C3-9F2A-75DCA2B03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5C68-EFA2-4DA7-B017-8C2C706A9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2BAA8-2BBF-4C35-A988-BA80AE3D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CAB27-66B3-4F2D-A43D-003EAB9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70427-D82C-40A7-A9FE-E1B1D57D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243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1E1F-2E2D-4DC3-B521-9E72A551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7329C-CD46-4760-8ECF-66E228B7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4EF83-DC9E-4B3F-8641-D2C6EC09A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369D1-11C4-427A-AF61-1623B6781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FE858-AE93-467B-884E-6CABC28D3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F4593-98F3-447D-9447-7858D289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4E0A8-9D7D-417B-B6A3-DA439E93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9F46E-B8AD-46F3-B885-8BEF2194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162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C84D-F234-447D-8D3C-959CB8E5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FC96A-FFE8-44CD-9F2C-CB7856D8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19EE-BF90-47DE-BD1B-2A8FD320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A8E46-DD4E-4158-8629-091C7E54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937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FC1DA-D275-4749-8F79-D3C00908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1D51A-0890-45DB-8636-CA38C062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AB7B8-5F39-4FDE-9C6F-1387E7B5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36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F99-5211-4575-A659-F5E581253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0001-78D6-42EB-974F-E9842E65E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033DC-6C36-4262-8EE3-D143546A1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843C3-85FD-46A5-8CC5-B0BF7AAA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B86EC-980C-4007-ABCF-F446A5B1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AEE28-7A8C-4739-92C1-0317D878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395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3D74-922E-47F3-9B42-3406F2F3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C0C56-BA3D-4498-80C4-3D5F81EFD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E036B-AEF0-4AD8-8A0F-CB9232F99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F24CC-F7E3-4A30-A488-0F39C982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32EDA-4885-48D4-9849-5608E081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BA606-B1D8-4454-AF13-48FD576B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167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83FA-C187-4B35-B1F6-BE72E315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4BD24-A484-4A1B-9F25-460CCC570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922A4-4934-428C-934C-5DC4020FF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B4EB-2388-4D34-B496-2CCD39BB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A348-1842-48C7-8BB3-36C09641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8186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E9F22-74F8-4DA4-8647-D8C163F30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D8A76-A74F-4755-BBEC-9EE0EDCDD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88D74-9A25-4686-9926-15AF70DC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7AC35-82A8-426E-AB8C-A8D4DFA9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B719-5898-4744-9D71-F830AF90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63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2F2B6-450F-4F25-A80B-8D20908E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274D2-2399-4BDE-8681-5C0029AB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8B3EE-AA7C-4C41-BEDC-A28078C0C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19902-87B7-410A-ABC8-A38E0D99A01B}" type="datetimeFigureOut">
              <a:rPr lang="pt-PT" smtClean="0"/>
              <a:t>13/12/2020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85D22-682A-49DF-8086-B43A8C835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E96E-F00A-4124-BE5A-2B754BDB1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FB6BF-93DA-427F-9211-B0A22D91F52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561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518041D-5DD7-4F36-B3D0-91A66D708EB3}"/>
              </a:ext>
            </a:extLst>
          </p:cNvPr>
          <p:cNvSpPr/>
          <p:nvPr/>
        </p:nvSpPr>
        <p:spPr>
          <a:xfrm>
            <a:off x="1482570" y="3089429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4C9C691-A2D8-450D-8247-04A1530E49AF}"/>
              </a:ext>
            </a:extLst>
          </p:cNvPr>
          <p:cNvSpPr/>
          <p:nvPr/>
        </p:nvSpPr>
        <p:spPr>
          <a:xfrm>
            <a:off x="2167631" y="2513860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E8488E0-5F82-48C3-95E7-9B61D670B055}"/>
              </a:ext>
            </a:extLst>
          </p:cNvPr>
          <p:cNvSpPr/>
          <p:nvPr/>
        </p:nvSpPr>
        <p:spPr>
          <a:xfrm>
            <a:off x="3028765" y="3002872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4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560712F-A972-4C8E-8A41-FE07B16AB732}"/>
              </a:ext>
            </a:extLst>
          </p:cNvPr>
          <p:cNvSpPr/>
          <p:nvPr/>
        </p:nvSpPr>
        <p:spPr>
          <a:xfrm>
            <a:off x="3017481" y="1491188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9DB5C28-2D67-4FA2-964B-10289CBDDDB9}"/>
              </a:ext>
            </a:extLst>
          </p:cNvPr>
          <p:cNvSpPr/>
          <p:nvPr/>
        </p:nvSpPr>
        <p:spPr>
          <a:xfrm>
            <a:off x="4304189" y="2526438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717AB37-1214-49C0-890F-BCA8C1C766F5}"/>
              </a:ext>
            </a:extLst>
          </p:cNvPr>
          <p:cNvSpPr/>
          <p:nvPr/>
        </p:nvSpPr>
        <p:spPr>
          <a:xfrm>
            <a:off x="3188840" y="4239087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8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B654B65-E95E-4FE9-A472-D1968EAFC2A8}"/>
              </a:ext>
            </a:extLst>
          </p:cNvPr>
          <p:cNvSpPr/>
          <p:nvPr/>
        </p:nvSpPr>
        <p:spPr>
          <a:xfrm>
            <a:off x="4873840" y="1704252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C6BDBA7-00AE-4AC3-97AE-FB69BD930D92}"/>
              </a:ext>
            </a:extLst>
          </p:cNvPr>
          <p:cNvSpPr/>
          <p:nvPr/>
        </p:nvSpPr>
        <p:spPr>
          <a:xfrm>
            <a:off x="4464264" y="3692371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029D38-B881-4DC5-B1DE-E32F280B283C}"/>
              </a:ext>
            </a:extLst>
          </p:cNvPr>
          <p:cNvCxnSpPr>
            <a:cxnSpLocks/>
            <a:stCxn id="4" idx="7"/>
            <a:endCxn id="5" idx="3"/>
          </p:cNvCxnSpPr>
          <p:nvPr/>
        </p:nvCxnSpPr>
        <p:spPr>
          <a:xfrm flipV="1">
            <a:off x="1869026" y="2877583"/>
            <a:ext cx="364910" cy="2742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BE4C13-98DF-4C24-80D8-79D95C52B1F8}"/>
              </a:ext>
            </a:extLst>
          </p:cNvPr>
          <p:cNvCxnSpPr>
            <a:cxnSpLocks/>
            <a:stCxn id="8" idx="7"/>
            <a:endCxn id="10" idx="3"/>
          </p:cNvCxnSpPr>
          <p:nvPr/>
        </p:nvCxnSpPr>
        <p:spPr>
          <a:xfrm flipV="1">
            <a:off x="4690645" y="2067975"/>
            <a:ext cx="249500" cy="5208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54015-ECB0-4B94-B5CE-1E4B96D55AAE}"/>
              </a:ext>
            </a:extLst>
          </p:cNvPr>
          <p:cNvCxnSpPr>
            <a:cxnSpLocks/>
            <a:stCxn id="6" idx="2"/>
            <a:endCxn id="5" idx="5"/>
          </p:cNvCxnSpPr>
          <p:nvPr/>
        </p:nvCxnSpPr>
        <p:spPr>
          <a:xfrm flipH="1" flipV="1">
            <a:off x="2554087" y="2877583"/>
            <a:ext cx="474678" cy="3383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1C0B2C-5365-4716-8B09-72E560224262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H="1" flipV="1">
            <a:off x="3243862" y="1917316"/>
            <a:ext cx="11284" cy="10855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142C33-1201-49B0-93D8-7CE181E8F5FB}"/>
              </a:ext>
            </a:extLst>
          </p:cNvPr>
          <p:cNvCxnSpPr>
            <a:cxnSpLocks/>
            <a:stCxn id="9" idx="0"/>
            <a:endCxn id="6" idx="4"/>
          </p:cNvCxnSpPr>
          <p:nvPr/>
        </p:nvCxnSpPr>
        <p:spPr>
          <a:xfrm flipH="1" flipV="1">
            <a:off x="3255146" y="3429000"/>
            <a:ext cx="160075" cy="8100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311D24-C2F8-4AA0-9BA4-B60CF616D59A}"/>
              </a:ext>
            </a:extLst>
          </p:cNvPr>
          <p:cNvCxnSpPr>
            <a:cxnSpLocks/>
            <a:stCxn id="11" idx="3"/>
            <a:endCxn id="9" idx="6"/>
          </p:cNvCxnSpPr>
          <p:nvPr/>
        </p:nvCxnSpPr>
        <p:spPr>
          <a:xfrm flipH="1">
            <a:off x="3641601" y="4056094"/>
            <a:ext cx="888968" cy="3960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768A23C0-DA7A-4039-8223-86299C74E209}"/>
              </a:ext>
            </a:extLst>
          </p:cNvPr>
          <p:cNvSpPr/>
          <p:nvPr/>
        </p:nvSpPr>
        <p:spPr>
          <a:xfrm>
            <a:off x="6589913" y="3179686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9AC91A8E-4C19-4DBB-8DC2-135DB3619A71}"/>
              </a:ext>
            </a:extLst>
          </p:cNvPr>
          <p:cNvSpPr/>
          <p:nvPr/>
        </p:nvSpPr>
        <p:spPr>
          <a:xfrm>
            <a:off x="7274974" y="2604117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42B461BF-C5DC-455F-BAED-8742BB582897}"/>
              </a:ext>
            </a:extLst>
          </p:cNvPr>
          <p:cNvSpPr/>
          <p:nvPr/>
        </p:nvSpPr>
        <p:spPr>
          <a:xfrm>
            <a:off x="8136108" y="3093129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4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9167EC17-7383-45B9-B97D-C203804E866E}"/>
              </a:ext>
            </a:extLst>
          </p:cNvPr>
          <p:cNvSpPr/>
          <p:nvPr/>
        </p:nvSpPr>
        <p:spPr>
          <a:xfrm>
            <a:off x="8124824" y="1581445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DF2323BE-9C65-4DBF-AFA1-F565A00FEBD1}"/>
              </a:ext>
            </a:extLst>
          </p:cNvPr>
          <p:cNvSpPr/>
          <p:nvPr/>
        </p:nvSpPr>
        <p:spPr>
          <a:xfrm>
            <a:off x="9411532" y="2616695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0EEF7C59-40AB-44A0-B275-8B6F741CD949}"/>
              </a:ext>
            </a:extLst>
          </p:cNvPr>
          <p:cNvSpPr/>
          <p:nvPr/>
        </p:nvSpPr>
        <p:spPr>
          <a:xfrm>
            <a:off x="8296183" y="4329344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8</a:t>
            </a:r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C1B75ECC-AFF5-4F64-921E-24C4D1D5B5E9}"/>
              </a:ext>
            </a:extLst>
          </p:cNvPr>
          <p:cNvSpPr/>
          <p:nvPr/>
        </p:nvSpPr>
        <p:spPr>
          <a:xfrm>
            <a:off x="9981183" y="1794509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3DA238C3-E34B-418A-987C-5C0515312269}"/>
              </a:ext>
            </a:extLst>
          </p:cNvPr>
          <p:cNvSpPr/>
          <p:nvPr/>
        </p:nvSpPr>
        <p:spPr>
          <a:xfrm>
            <a:off x="9571607" y="3782628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2998639-DE1E-4914-A9DE-A3B01CB91C9E}"/>
              </a:ext>
            </a:extLst>
          </p:cNvPr>
          <p:cNvCxnSpPr>
            <a:cxnSpLocks/>
            <a:stCxn id="54" idx="7"/>
            <a:endCxn id="55" idx="3"/>
          </p:cNvCxnSpPr>
          <p:nvPr/>
        </p:nvCxnSpPr>
        <p:spPr>
          <a:xfrm flipV="1">
            <a:off x="6976369" y="2967840"/>
            <a:ext cx="364910" cy="2742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258E412-6909-42A7-A4AE-6266E5C18E04}"/>
              </a:ext>
            </a:extLst>
          </p:cNvPr>
          <p:cNvCxnSpPr>
            <a:cxnSpLocks/>
            <a:stCxn id="58" idx="7"/>
            <a:endCxn id="60" idx="3"/>
          </p:cNvCxnSpPr>
          <p:nvPr/>
        </p:nvCxnSpPr>
        <p:spPr>
          <a:xfrm flipV="1">
            <a:off x="9797988" y="2158232"/>
            <a:ext cx="249500" cy="5208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9706738-B9A5-40AC-A990-391F14AA1F80}"/>
              </a:ext>
            </a:extLst>
          </p:cNvPr>
          <p:cNvCxnSpPr>
            <a:cxnSpLocks/>
            <a:stCxn id="56" idx="2"/>
            <a:endCxn id="55" idx="5"/>
          </p:cNvCxnSpPr>
          <p:nvPr/>
        </p:nvCxnSpPr>
        <p:spPr>
          <a:xfrm flipH="1" flipV="1">
            <a:off x="7661430" y="2967840"/>
            <a:ext cx="474678" cy="3383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9B8E1F2-94EF-4986-9F83-9E432005081F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8351205" y="2007573"/>
            <a:ext cx="11284" cy="10855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576DF31-275B-4096-9B5E-34A35FFDCEBC}"/>
              </a:ext>
            </a:extLst>
          </p:cNvPr>
          <p:cNvCxnSpPr>
            <a:cxnSpLocks/>
            <a:stCxn id="59" idx="0"/>
            <a:endCxn id="56" idx="4"/>
          </p:cNvCxnSpPr>
          <p:nvPr/>
        </p:nvCxnSpPr>
        <p:spPr>
          <a:xfrm flipH="1" flipV="1">
            <a:off x="8362489" y="3519257"/>
            <a:ext cx="160075" cy="8100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58EAFCB-001E-4DA5-BFB7-C39631C6BB70}"/>
              </a:ext>
            </a:extLst>
          </p:cNvPr>
          <p:cNvCxnSpPr>
            <a:cxnSpLocks/>
            <a:stCxn id="61" idx="3"/>
            <a:endCxn id="59" idx="6"/>
          </p:cNvCxnSpPr>
          <p:nvPr/>
        </p:nvCxnSpPr>
        <p:spPr>
          <a:xfrm flipH="1">
            <a:off x="8748944" y="4146351"/>
            <a:ext cx="888968" cy="3960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D11600-2C6F-4857-9D7D-02BB6763463E}"/>
              </a:ext>
            </a:extLst>
          </p:cNvPr>
          <p:cNvCxnSpPr>
            <a:cxnSpLocks/>
            <a:stCxn id="61" idx="7"/>
            <a:endCxn id="60" idx="5"/>
          </p:cNvCxnSpPr>
          <p:nvPr/>
        </p:nvCxnSpPr>
        <p:spPr>
          <a:xfrm flipV="1">
            <a:off x="9958063" y="2158232"/>
            <a:ext cx="409576" cy="168680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32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D329A5D5-4487-4C17-A8F8-B9EDE730CAA8}"/>
              </a:ext>
            </a:extLst>
          </p:cNvPr>
          <p:cNvSpPr/>
          <p:nvPr/>
        </p:nvSpPr>
        <p:spPr>
          <a:xfrm>
            <a:off x="6822213" y="3356500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0EEF19D-EBBC-4F38-9973-CB71953D21A3}"/>
              </a:ext>
            </a:extLst>
          </p:cNvPr>
          <p:cNvSpPr/>
          <p:nvPr/>
        </p:nvSpPr>
        <p:spPr>
          <a:xfrm>
            <a:off x="7274974" y="2604117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668377-A980-4C07-A150-A16BEE9D06D1}"/>
              </a:ext>
            </a:extLst>
          </p:cNvPr>
          <p:cNvSpPr/>
          <p:nvPr/>
        </p:nvSpPr>
        <p:spPr>
          <a:xfrm>
            <a:off x="8124824" y="1581445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ABBA60C-6183-4659-95A0-D880E56C93AF}"/>
              </a:ext>
            </a:extLst>
          </p:cNvPr>
          <p:cNvSpPr/>
          <p:nvPr/>
        </p:nvSpPr>
        <p:spPr>
          <a:xfrm>
            <a:off x="9411532" y="2616695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1978619-042A-4719-BCEE-BEA2C2AE8400}"/>
              </a:ext>
            </a:extLst>
          </p:cNvPr>
          <p:cNvSpPr/>
          <p:nvPr/>
        </p:nvSpPr>
        <p:spPr>
          <a:xfrm>
            <a:off x="5894496" y="3305715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3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00A8C75-1BF0-4366-8898-897A57BEC412}"/>
              </a:ext>
            </a:extLst>
          </p:cNvPr>
          <p:cNvSpPr/>
          <p:nvPr/>
        </p:nvSpPr>
        <p:spPr>
          <a:xfrm>
            <a:off x="9981183" y="1794509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F16465B-6E66-4B36-84B0-C944BB84FC1D}"/>
              </a:ext>
            </a:extLst>
          </p:cNvPr>
          <p:cNvSpPr/>
          <p:nvPr/>
        </p:nvSpPr>
        <p:spPr>
          <a:xfrm>
            <a:off x="6314707" y="2466036"/>
            <a:ext cx="452761" cy="426128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C96A93-C872-4CEB-B7CB-DD44A0B4CBAF}"/>
              </a:ext>
            </a:extLst>
          </p:cNvPr>
          <p:cNvCxnSpPr>
            <a:cxnSpLocks/>
            <a:stCxn id="4" idx="7"/>
            <a:endCxn id="5" idx="3"/>
          </p:cNvCxnSpPr>
          <p:nvPr/>
        </p:nvCxnSpPr>
        <p:spPr>
          <a:xfrm flipV="1">
            <a:off x="7208669" y="2967840"/>
            <a:ext cx="132610" cy="4510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50CF77-6B11-4FD0-BC37-E2E12911014A}"/>
              </a:ext>
            </a:extLst>
          </p:cNvPr>
          <p:cNvCxnSpPr>
            <a:cxnSpLocks/>
            <a:stCxn id="8" idx="7"/>
            <a:endCxn id="10" idx="3"/>
          </p:cNvCxnSpPr>
          <p:nvPr/>
        </p:nvCxnSpPr>
        <p:spPr>
          <a:xfrm flipV="1">
            <a:off x="9797988" y="2158232"/>
            <a:ext cx="249500" cy="5208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3A7388C-04D5-4BC4-A799-94269895AF92}"/>
              </a:ext>
            </a:extLst>
          </p:cNvPr>
          <p:cNvCxnSpPr>
            <a:cxnSpLocks/>
            <a:stCxn id="11" idx="3"/>
            <a:endCxn id="9" idx="6"/>
          </p:cNvCxnSpPr>
          <p:nvPr/>
        </p:nvCxnSpPr>
        <p:spPr>
          <a:xfrm flipH="1">
            <a:off x="6347257" y="2829759"/>
            <a:ext cx="33755" cy="6890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6">
            <a:extLst>
              <a:ext uri="{FF2B5EF4-FFF2-40B4-BE49-F238E27FC236}">
                <a16:creationId xmlns:a16="http://schemas.microsoft.com/office/drawing/2014/main" id="{3C94225E-36DA-4378-AF59-7A4489D1F94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9234223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62940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7994227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048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944416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17886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19222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0552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14736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949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76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14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B021DAF-BDE5-400B-BBBF-7437796D5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43246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988024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938794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48073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753062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223219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74072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34544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452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2676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4210C-628B-411B-BFFB-FDC380AC0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25972"/>
              </p:ext>
            </p:extLst>
          </p:nvPr>
        </p:nvGraphicFramePr>
        <p:xfrm>
          <a:off x="2032000" y="133370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988024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938794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48073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753062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223219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74072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34544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452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2676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4F9955-2A29-40EE-AD96-BF050C4372D9}"/>
              </a:ext>
            </a:extLst>
          </p:cNvPr>
          <p:cNvSpPr txBox="1"/>
          <p:nvPr/>
        </p:nvSpPr>
        <p:spPr>
          <a:xfrm>
            <a:off x="1440401" y="719666"/>
            <a:ext cx="4572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A1B32-1BDE-46DB-B5B5-C1C5C2A05E0A}"/>
              </a:ext>
            </a:extLst>
          </p:cNvPr>
          <p:cNvSpPr txBox="1"/>
          <p:nvPr/>
        </p:nvSpPr>
        <p:spPr>
          <a:xfrm>
            <a:off x="1336089" y="1305564"/>
            <a:ext cx="66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Size</a:t>
            </a:r>
            <a:endParaRPr lang="pt-P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B47B8-6B5C-4A30-8388-8E335C2C552A}"/>
              </a:ext>
            </a:extLst>
          </p:cNvPr>
          <p:cNvSpPr txBox="1"/>
          <p:nvPr/>
        </p:nvSpPr>
        <p:spPr>
          <a:xfrm>
            <a:off x="2366668" y="321068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73D24-B8FF-49CE-831E-B54D50AFC7C8}"/>
              </a:ext>
            </a:extLst>
          </p:cNvPr>
          <p:cNvSpPr txBox="1"/>
          <p:nvPr/>
        </p:nvSpPr>
        <p:spPr>
          <a:xfrm>
            <a:off x="4311346" y="316756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8A315-B38C-450A-A262-5DDCE491EE73}"/>
              </a:ext>
            </a:extLst>
          </p:cNvPr>
          <p:cNvSpPr txBox="1"/>
          <p:nvPr/>
        </p:nvSpPr>
        <p:spPr>
          <a:xfrm>
            <a:off x="3318031" y="291801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3B4C8-3F9D-472A-8E8B-F4C30C303AE3}"/>
              </a:ext>
            </a:extLst>
          </p:cNvPr>
          <p:cNvSpPr txBox="1"/>
          <p:nvPr/>
        </p:nvSpPr>
        <p:spPr>
          <a:xfrm>
            <a:off x="8384834" y="321068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F87F8-99AB-47C8-AD57-724DD83790B8}"/>
              </a:ext>
            </a:extLst>
          </p:cNvPr>
          <p:cNvSpPr txBox="1"/>
          <p:nvPr/>
        </p:nvSpPr>
        <p:spPr>
          <a:xfrm>
            <a:off x="5304661" y="304060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02139-3B62-429C-A79E-ABA124CE9509}"/>
              </a:ext>
            </a:extLst>
          </p:cNvPr>
          <p:cNvSpPr txBox="1"/>
          <p:nvPr/>
        </p:nvSpPr>
        <p:spPr>
          <a:xfrm>
            <a:off x="7333336" y="313847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FAEDA2-6F53-44DA-AC95-F1E3F66D31F2}"/>
              </a:ext>
            </a:extLst>
          </p:cNvPr>
          <p:cNvSpPr txBox="1"/>
          <p:nvPr/>
        </p:nvSpPr>
        <p:spPr>
          <a:xfrm>
            <a:off x="6338410" y="316756"/>
            <a:ext cx="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1433C-5104-4758-A491-9228BF43FE46}"/>
              </a:ext>
            </a:extLst>
          </p:cNvPr>
          <p:cNvSpPr txBox="1"/>
          <p:nvPr/>
        </p:nvSpPr>
        <p:spPr>
          <a:xfrm>
            <a:off x="9436332" y="310268"/>
            <a:ext cx="4572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3664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49</Words>
  <Application>Microsoft Office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ist196327@tecnico.ulisboa.pt</dc:creator>
  <cp:lastModifiedBy>ist196327@tecnico.ulisboa.pt</cp:lastModifiedBy>
  <cp:revision>9</cp:revision>
  <dcterms:created xsi:type="dcterms:W3CDTF">2020-12-12T22:52:07Z</dcterms:created>
  <dcterms:modified xsi:type="dcterms:W3CDTF">2020-12-13T21:15:25Z</dcterms:modified>
</cp:coreProperties>
</file>